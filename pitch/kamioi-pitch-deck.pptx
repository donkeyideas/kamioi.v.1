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2" y="7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0" y="1097280"/>
            <a:ext cx="2103120" cy="4114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1155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Calibri"/>
              </a:defRPr>
            </a:pPr>
            <a:r>
              <a:t>Pre-Seed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Calibri"/>
              </a:defRPr>
            </a:pPr>
            <a:r>
              <a:t>Turn Every Purchase</a:t>
            </a:r>
            <a:br/>
            <a:r>
              <a:t>Into an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AI-powered micro-investing that automatically matches your</a:t>
            </a:r>
            <a:br/>
            <a:r>
              <a:t>spending to the stocks of the brands you buy.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$1–5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Per purchase invested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Merchant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572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Platform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0350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www.kamioi.com  ·  Alain Beltran, Founder  ·  Patent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Most people want to invest but never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21945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EF4444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of Americans can't cover a $1,000 emergency expense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21945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9E0B"/>
                </a:solidFill>
                <a:latin typeface="Calibri"/>
              </a:defRPr>
            </a:pPr>
            <a:r>
              <a:t>70M+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Americans don't invest at all — intimidated by complex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21945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7C3AED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connection between daily spending and wealth building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698480" cy="10972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gap: People interact with public companies every day — buying coffee at Starbucks,</a:t>
            </a:r>
            <a:br/>
            <a:r>
              <a:t>shoes from Nike, groceries from Costco — yet they never participate in the upside.</a:t>
            </a:r>
            <a:br/>
            <a:r>
              <a:t>Investing is completely disconnected from daily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Kamioi: spend, match, invest —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Set a round-up amount ($1, $2, $3+) per purchase — consistent investments, not spare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AI matches merchants to stocks. Buy Nike? Kamioi invests in $NKE. Starbucks? You own $SBUX.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Receipt scanning breaks multi-item purchases into weighted investments across every brand.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→  Portfolio grows with every swipe. No decisions, no research — your spending IS your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PATENT PENDING — Round-up-to-brand-matched-stock investment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4297680" cy="9144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Coffee  $4.50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&gt; $2 invested in $SBUX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926080"/>
            <a:ext cx="4297680" cy="9144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315200" y="30632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999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Sneakers  $120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&gt; $2 invested in $NKE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4023360"/>
            <a:ext cx="4297680" cy="9144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0" y="416052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4096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Costco receipt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&gt; Weighted: $COST, $PG, $KO...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Three steps to autopilot investing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9260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103120" y="22860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Calibri"/>
              </a:defRPr>
            </a:pPr>
            <a:r>
              <a:t>Create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Sign up in under 2 minutes.</a:t>
            </a:r>
            <a:br/>
            <a:r>
              <a:t>No minimums, no experience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474720" cy="29260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52159" y="22860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79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Calibri"/>
              </a:defRPr>
            </a:pPr>
            <a:r>
              <a:t>Link Your Bank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Securely connect your debit card.</a:t>
            </a:r>
            <a:br/>
            <a:r>
              <a:t>Bank-level 256-bit encryption.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474720" cy="29260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0" y="22860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Calibri"/>
              </a:defRPr>
            </a:pPr>
            <a:r>
              <a:t>Set Round-Up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04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Choose $1–$5 per purchase.</a:t>
            </a:r>
            <a:br/>
            <a:r>
              <a:t>AI handles everything from here.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394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Every purchase after that? Automatically invested into the stock of the brand you bought from.</a:t>
            </a:r>
            <a:br/>
            <a:r>
              <a:t>Your portfolio grows with every swipe.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Fully built. Ready to launch.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User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Portfolio tracking, transaction history,</a:t>
            </a:r>
            <a:br/>
            <a:r>
              <a:t>performance charts, AI holdings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2880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94760" y="20116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Multi-provider AI (DeepSeek, Claude,</a:t>
            </a:r>
            <a:br/>
            <a:r>
              <a:t>OpenAI) for merchant-stock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2880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75120" y="201168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Native / Expo. Portfolio view,</a:t>
            </a:r>
            <a:br/>
            <a:r>
              <a:t>receipt capture, bank sync. iOS+Android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82880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55480" y="201168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Admin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admin, AI cost tracking, CMS,</a:t>
            </a:r>
            <a:br/>
            <a:r>
              <a:t>blog editor, promo codes,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114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Receipt 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AI vision providers extract brands</a:t>
            </a:r>
            <a:br/>
            <a:r>
              <a:t>and create weighted stock allocations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393192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94760" y="4114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256-bit AES, TOTP 2FA, row-level</a:t>
            </a:r>
            <a:br/>
            <a:r>
              <a:t>security, SIPC-insured custody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93192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675120" y="411480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Blog &amp; SEO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Admin-managed blog, auto SEO</a:t>
            </a:r>
            <a:br/>
            <a:r>
              <a:t>metadata, structured data, sharing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3931920"/>
            <a:ext cx="265176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55480" y="411480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4937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kamioi.com/login</a:t>
            </a:r>
            <a:br/>
            <a:r>
              <a:t>Code: KAMIOIDEMO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A massive, growing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C3AED"/>
                </a:solidFill>
                <a:latin typeface="Calibri"/>
              </a:defRPr>
            </a:pPr>
            <a:r>
              <a:t>$3.6T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Wealth management (2030)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F6"/>
                </a:solidFill>
                <a:latin typeface="Calibri"/>
              </a:defRPr>
            </a:pPr>
            <a:r>
              <a:t>$50B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Micro-investing &amp; robo-advisory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6B6D4"/>
                </a:solidFill>
                <a:latin typeface="Calibri"/>
              </a:defRPr>
            </a:pPr>
            <a:r>
              <a:t>25%+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Annual growth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6858000" cy="29260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Why now?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Fractional shares via API (Alpaca, DriveWealth) — infrastructure didn't exist 5 years 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605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Gen Z &amp; Millennials demand passive, automated investing — 73% prefer app-first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AI accuracy for merchant matching crossed the reliability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66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Post-COVID wealth gap — 70M+ Americans seeking accessible investment on-ramps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108960"/>
            <a:ext cx="3383280" cy="292608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TAM → SAM → SOM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3749039"/>
            <a:ext cx="2743200" cy="548640"/>
          </a:xfrm>
          <a:prstGeom prst="roundRect">
            <a:avLst/>
          </a:prstGeom>
          <a:solidFill>
            <a:srgbClr val="1F0E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58200" y="379475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  <a:latin typeface="Calibri"/>
              </a:defRPr>
            </a:pPr>
            <a:r>
              <a:t>$3.6T  Total market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4526279"/>
            <a:ext cx="2011680" cy="548640"/>
          </a:xfrm>
          <a:prstGeom prst="roundRect">
            <a:avLst/>
          </a:prstGeom>
          <a:solidFill>
            <a:srgbClr val="0E20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45719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  <a:latin typeface="Calibri"/>
              </a:defRPr>
            </a:pPr>
            <a:r>
              <a:t>$50B  Micro-investing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5303520"/>
            <a:ext cx="1280160" cy="548640"/>
          </a:xfrm>
          <a:prstGeom prst="roundRect">
            <a:avLst/>
          </a:prstGeom>
          <a:solidFill>
            <a:srgbClr val="012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5349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8FAFC"/>
                </a:solidFill>
                <a:latin typeface="Calibri"/>
              </a:defRPr>
            </a:pPr>
            <a:r>
              <a:t>$500M  Year 3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Subscription revenue with clear unit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3AED"/>
                </a:solidFill>
                <a:latin typeface="Calibri"/>
              </a:defRPr>
            </a:pPr>
            <a:r>
              <a:t>$9.99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Round-up investing, AI matching,</a:t>
            </a:r>
            <a:br/>
            <a:r>
              <a:t>portfolio tracking, 1 linked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920240"/>
            <a:ext cx="192024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39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$19.99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514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200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Up to 5 members, shared goals,</a:t>
            </a:r>
            <a:br/>
            <a:r>
              <a:t>family dashboard, 5 linked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1920240"/>
            <a:ext cx="192024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59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  <a:latin typeface="Calibri"/>
              </a:defRPr>
            </a:pPr>
            <a:r>
              <a:t>$49.99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514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3200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Unlimited employees, admin</a:t>
            </a:r>
            <a:br/>
            <a:r>
              <a:t>dashboard, API,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5577840" cy="13716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~$0.02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Cost per txn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~500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Users to breakeven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920240"/>
            <a:ext cx="4572000" cy="420624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2011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Revenue Projection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120640"/>
            <a:ext cx="6400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0" y="4800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$600K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4389120"/>
            <a:ext cx="64008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$3.6M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3474720"/>
            <a:ext cx="640080" cy="20116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35440" y="315467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$12M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2560320"/>
            <a:ext cx="640080" cy="2926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41280" y="224027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Calibri"/>
              </a:defRPr>
            </a:pPr>
            <a:r>
              <a:t>$36M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Based on 5K &gt; 30K &gt; 100K &gt; 300K users, ~$10 avg.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Why Kamioi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54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Kamioi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Acorns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554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Stash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554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Robinhood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solidFill>
            <a:srgbClr val="0F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Brand-matched investing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✓ AI auto-match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ETF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Manual pick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Manual pick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Round-up investing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✓ Fixed $1–$5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Spare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solidFill>
            <a:srgbClr val="0F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Receipt scanning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✓ Multi-AI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Individual stocks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✓ Automatic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ETFs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Manual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Manual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solidFill>
            <a:srgbClr val="0F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Zero decision-making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t>✓ Fully passive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✓ Passive (ETF)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✗ 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480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Target user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4480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Passive consumer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480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Beginner saver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4480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Beginner investor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4480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Active trader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Kamioi's moat: The AI merchant-matching engine creates a unique data flywheel. Every transaction trains the model.</a:t>
            </a:r>
            <a:br/>
            <a:r>
              <a:t>Receipt scanning adds a second data channel no competitor has. Brand-loyalty-as-investing is an unclaimed category.</a:t>
            </a:r>
            <a:br/>
            <a:r>
              <a:t>Patent pending on the core round-up-to-brand-matched-stock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Built from zero to production-ready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65176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737360" y="21031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+ TypeScript frontend, Supabase</a:t>
            </a:r>
            <a:br/>
            <a:r>
              <a:t>backend, PostgreSQL, Edge Functions.</a:t>
            </a:r>
            <a:br/>
            <a:r>
              <a:t>Full-stack built by solo founder.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920240"/>
            <a:ext cx="265176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17720" y="2103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9476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AI Engine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Multi-provider AI (DeepSeek, Claude,</a:t>
            </a:r>
            <a:br/>
            <a:r>
              <a:t>OpenAI) for merchant-to-ticker mapping</a:t>
            </a:r>
            <a:br/>
            <a:r>
              <a:t>with admin approval &amp; cost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20240"/>
            <a:ext cx="265176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210312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Receipt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Smart receipt processing with 3 AI</a:t>
            </a:r>
            <a:br/>
            <a:r>
              <a:t>vision providers. Brand extraction,</a:t>
            </a:r>
            <a:br/>
            <a:r>
              <a:t>weighted multi-stock allocations.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920240"/>
            <a:ext cx="2651760" cy="256032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78440" y="210312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1089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React Native / Expo with portfolio</a:t>
            </a:r>
            <a:br/>
            <a:r>
              <a:t>tracking, receipt capture, bank sync.</a:t>
            </a:r>
            <a:br/>
            <a:r>
              <a:t>Cross-platform iOS + Android.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2011680" cy="12801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7C3AED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Pages shipped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846320"/>
            <a:ext cx="2011680" cy="12801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175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B82F6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4846320"/>
            <a:ext cx="2011680" cy="12801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6B6D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 providers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4846320"/>
            <a:ext cx="2011680" cy="12801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C55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Dashboard types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4846320"/>
            <a:ext cx="2011680" cy="12801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5029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C48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486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Solo founder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Clear path from product to market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Phase 1 —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RIA/BD Partnership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916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Secure license/partnership for</a:t>
            </a:r>
            <a:br/>
            <a:r>
              <a:t>fractional share trading via Alpaca.</a:t>
            </a:r>
            <a:br/>
            <a:r>
              <a:t>Only remaining blocker.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92608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Phase 2 — Month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Beta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80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Invite-only 500 early adopters.</a:t>
            </a:r>
            <a:br/>
            <a:r>
              <a:t>Validate conversion, retention,</a:t>
            </a:r>
            <a:br/>
            <a:r>
              <a:t>and AI matching accuracy.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1480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Phase 3 — Month 3–12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69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Content marketing, social media,</a:t>
            </a:r>
            <a:br/>
            <a:r>
              <a:t>finance creators, referrals.</a:t>
            </a:r>
            <a:br/>
            <a:r>
              <a:t>Target: 5K–10K users Y1.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30352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Phase 4 — Year 2+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486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2578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Family &amp; Business tiers, B2B</a:t>
            </a:r>
            <a:br/>
            <a:r>
              <a:t>partnerships, white-label.</a:t>
            </a:r>
            <a:br/>
            <a:r>
              <a:t>Series A at $5M+ 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645920"/>
            <a:ext cx="4297680" cy="45720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1737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Calibri"/>
              </a:defRPr>
            </a:pPr>
            <a:r>
              <a:t>Acquisition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2860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Organic social — "I invested in Nike by buying shoes" is inherently viral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80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Referral program — bonus investment when a friend signs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4747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Finance creators — TikTok/YouTube personal finance influencers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690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SEO &amp; content — educational blog targeting investing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6634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Receipt sharing — users share "look what I invested in today"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11440" y="5164015"/>
            <a:ext cx="3108960" cy="962465"/>
          </a:xfrm>
          <a:prstGeom prst="roundRect">
            <a:avLst/>
          </a:prstGeom>
          <a:solidFill>
            <a:srgbClr val="0F1F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0" y="52120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Calibri"/>
              </a:defRPr>
            </a:pPr>
            <a:r>
              <a:rPr dirty="0"/>
              <a:t>Key insight: Every Kamioi user generates</a:t>
            </a:r>
            <a:br>
              <a:rPr dirty="0"/>
            </a:br>
            <a:r>
              <a:rPr dirty="0"/>
              <a:t>organic social proof with every purchase.</a:t>
            </a:r>
            <a:br>
              <a:rPr dirty="0"/>
            </a:br>
            <a:r>
              <a:rPr dirty="0"/>
              <a:t>"I invested in $AAPL by buying an iPhone"</a:t>
            </a:r>
            <a:br>
              <a:rPr dirty="0"/>
            </a:br>
            <a:r>
              <a:rPr dirty="0"/>
              <a:t>is a marketing message that writes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Raising $250K Pre-Seed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943600" cy="4114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87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RIA/BD licensing &amp; Alpaca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788920"/>
            <a:ext cx="3657600" cy="1371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Marketing &amp; user acquisition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611880"/>
            <a:ext cx="2743200" cy="1371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330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Engineering &amp; mobile polish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434840"/>
            <a:ext cx="1828800" cy="1371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56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Operations &amp;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257800"/>
            <a:ext cx="914400" cy="137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0" y="1828800"/>
            <a:ext cx="4297680" cy="13716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1920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What we need most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28600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An RIA or Broker-Dealer partnership to</a:t>
            </a:r>
            <a:br/>
            <a:r>
              <a:t>process fractional share trades through</a:t>
            </a:r>
            <a:br/>
            <a:r>
              <a:t>Alpaca. Platform is built — this is the final</a:t>
            </a:r>
            <a:br/>
            <a:r>
              <a:t>piece to go live.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474720"/>
            <a:ext cx="4297680" cy="1828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35661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Milestones this unlocks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9319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Secure RIA/BD and launch real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976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Onboard 5,000 beta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6634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Reach $5K MRR within 12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0292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→  Position for $1M+ Seed round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5577840"/>
            <a:ext cx="4297680" cy="82296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0" y="56235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943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$250K SAFE · $2M pre-money cap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THE 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Built by a builder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41148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Calibri"/>
              </a:defRPr>
            </a:pPr>
            <a:r>
              <a:t>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Alain Beltran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Full-stack engineer who single-handedly designed, built, and shipped the entire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Deep expertise: React, TypeScript, Python, Supabase, PostgreSQL, AI/ML, mobile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Built web app, mobile app, AI engine, receipt scanner, admin dashboard, CMS, and blog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 Relentless execution — concept to production with 15+ APIs and 20+ pages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212080" cy="4114800"/>
          </a:xfrm>
          <a:prstGeom prst="roundRect">
            <a:avLst/>
          </a:prstGeom>
          <a:solidFill>
            <a:srgbClr val="10132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Most pre-seed startups have a pitch deck</a:t>
            </a:r>
            <a:br/>
            <a:r>
              <a:t>and a prototype.</a:t>
            </a:r>
            <a:br/>
            <a:br/>
            <a:r>
              <a:t>Kamioi has a fully built, production-grade</a:t>
            </a:r>
            <a:br/>
            <a:r>
              <a:t>platform — designed, engineered, and</a:t>
            </a:r>
            <a:br/>
            <a:r>
              <a:t>shipped by one person.</a:t>
            </a:r>
            <a:br/>
            <a:br/>
            <a:r>
              <a:t>This demonstrates exceptional technical</a:t>
            </a:r>
            <a:br/>
            <a:r>
              <a:t>ability, product vision, and the drive to</a:t>
            </a:r>
            <a:br/>
            <a:r>
              <a:t>execute without external resources.</a:t>
            </a:r>
            <a:br/>
            <a:br/>
            <a:r>
              <a:t>Imagine what's possible WITH capital,</a:t>
            </a:r>
            <a:br/>
            <a:r>
              <a:t>a team, and the right partnerships.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Calibri"/>
              </a:defRPr>
            </a:pPr>
            <a:r>
              <a:t>Let's build wealth</a:t>
            </a:r>
            <a:br/>
            <a:r>
              <a:t>for everyone.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9260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The platform is built. The market is ready.</a:t>
            </a:r>
            <a:br/>
            <a:r>
              <a:t>We just need the right partners to launch.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3840480"/>
            <a:ext cx="4572000" cy="2286000"/>
          </a:xfrm>
          <a:prstGeom prst="roundRect">
            <a:avLst/>
          </a:prstGeom>
          <a:solidFill>
            <a:srgbClr val="12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www.kamioi.com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kamioi.com/login  |  code: KAMIOIDEMO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Founder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Alain Beltran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40080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Kamioi © 2026  ·  Pre-Seed  ·  Raising $250K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1461</Words>
  <Application>Microsoft Office PowerPoint</Application>
  <PresentationFormat>Widescreen</PresentationFormat>
  <Paragraphs>229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Alain Beltran</cp:lastModifiedBy>
  <cp:revision>2</cp:revision>
  <dcterms:created xsi:type="dcterms:W3CDTF">2013-01-27T09:14:16Z</dcterms:created>
  <dcterms:modified xsi:type="dcterms:W3CDTF">2026-03-10T22:02:53Z</dcterms:modified>
  <cp:category/>
</cp:coreProperties>
</file>